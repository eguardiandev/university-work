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Ubuntu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buntu-regular.fntdata"/><Relationship Id="rId10" Type="http://schemas.openxmlformats.org/officeDocument/2006/relationships/slide" Target="slides/slide5.xml"/><Relationship Id="rId13" Type="http://schemas.openxmlformats.org/officeDocument/2006/relationships/font" Target="fonts/Ubuntu-italic.fntdata"/><Relationship Id="rId12" Type="http://schemas.openxmlformats.org/officeDocument/2006/relationships/font" Target="fonts/Ubuntu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Ubuntu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35c96aa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35c96aa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33c3973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33c3973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33c3973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333c3973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33c397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33c397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3250" y="851350"/>
            <a:ext cx="6217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Ubuntu"/>
                <a:ea typeface="Ubuntu"/>
                <a:cs typeface="Ubuntu"/>
                <a:sym typeface="Ubuntu"/>
              </a:rPr>
              <a:t>hello-WaTor</a:t>
            </a:r>
            <a:endParaRPr sz="54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42800" y="1900400"/>
            <a:ext cx="76584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solidFill>
                  <a:srgbClr val="434343"/>
                </a:solidFill>
                <a:latin typeface="Ubuntu"/>
                <a:ea typeface="Ubuntu"/>
                <a:cs typeface="Ubuntu"/>
                <a:sym typeface="Ubuntu"/>
              </a:rPr>
              <a:t>Water-Torus </a:t>
            </a:r>
            <a:r>
              <a:rPr lang="en" sz="2800">
                <a:solidFill>
                  <a:srgbClr val="434343"/>
                </a:solidFill>
                <a:latin typeface="Ubuntu"/>
                <a:ea typeface="Ubuntu"/>
                <a:cs typeface="Ubuntu"/>
                <a:sym typeface="Ubuntu"/>
              </a:rPr>
              <a:t>симулация на рибки и акули. </a:t>
            </a:r>
            <a:endParaRPr sz="2800">
              <a:solidFill>
                <a:srgbClr val="434343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34343"/>
                </a:solidFill>
                <a:latin typeface="Ubuntu"/>
                <a:ea typeface="Ubuntu"/>
                <a:cs typeface="Ubuntu"/>
                <a:sym typeface="Ubuntu"/>
              </a:rPr>
              <a:t>Анализ на паралелизъм.</a:t>
            </a:r>
            <a:endParaRPr sz="2800">
              <a:solidFill>
                <a:srgbClr val="43434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42800" y="4593675"/>
            <a:ext cx="76584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Ubuntu"/>
                <a:ea typeface="Ubuntu"/>
                <a:cs typeface="Ubuntu"/>
                <a:sym typeface="Ubuntu"/>
              </a:rPr>
              <a:t>Цветомир Стайков - КН - 1MI0800469 - 3 курс - 2 група</a:t>
            </a:r>
            <a:endParaRPr sz="17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57" name="Google Shape;57;p13" title="Fish-ex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72764">
            <a:off x="851175" y="3607487"/>
            <a:ext cx="792650" cy="7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shark-exp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24261">
            <a:off x="5144125" y="2837537"/>
            <a:ext cx="3065650" cy="15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Fish-ex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92927">
            <a:off x="1837250" y="2766425"/>
            <a:ext cx="925100" cy="9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Fish-ex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51630">
            <a:off x="2644946" y="3597674"/>
            <a:ext cx="634575" cy="6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742800" y="4593675"/>
            <a:ext cx="76584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Ubuntu"/>
                <a:ea typeface="Ubuntu"/>
                <a:cs typeface="Ubuntu"/>
                <a:sym typeface="Ubuntu"/>
              </a:rPr>
              <a:t>Цветомир Стайков - КН - 1MI0800469 - 3 курс - 2 група</a:t>
            </a:r>
            <a:endParaRPr sz="17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66" name="Google Shape;66;p14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372764">
            <a:off x="851175" y="3607487"/>
            <a:ext cx="792650" cy="7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shark-export.png"/>
          <p:cNvPicPr preferRelativeResize="0"/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-324261">
            <a:off x="5144125" y="2837537"/>
            <a:ext cx="3065650" cy="15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-192927">
            <a:off x="1837250" y="2766425"/>
            <a:ext cx="925100" cy="9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-351630">
            <a:off x="2644946" y="3597674"/>
            <a:ext cx="634575" cy="6345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1463250" y="118275"/>
            <a:ext cx="6217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Ubuntu"/>
                <a:ea typeface="Ubuntu"/>
                <a:cs typeface="Ubuntu"/>
                <a:sym typeface="Ubuntu"/>
              </a:rPr>
              <a:t>hello-WaTor</a:t>
            </a:r>
            <a:endParaRPr sz="40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051050" y="1398721"/>
            <a:ext cx="70419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Симулация на хищници и плячка в свят, наподобяващ донът. Има два вида животни - риби (плячка) и акули (хищници). Прилагат се специфични правила за местене, гладуване и размножаване. 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742800" y="4593675"/>
            <a:ext cx="76584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Ubuntu"/>
                <a:ea typeface="Ubuntu"/>
                <a:cs typeface="Ubuntu"/>
                <a:sym typeface="Ubuntu"/>
              </a:rPr>
              <a:t>Цветомир Стайков - КН - 1MI0800469 - 3 курс - 2 група</a:t>
            </a:r>
            <a:endParaRPr sz="17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158775" y="1358300"/>
            <a:ext cx="65820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План на проекта:</a:t>
            </a:r>
            <a:endParaRPr b="1"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Разглеждане на различни методи за реализиране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Тестване при различни параметри - размер на полето, брой нишки, жизненост на животните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Анализ на ефективността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78" name="Google Shape;78;p15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-791181">
            <a:off x="7139375" y="2460925"/>
            <a:ext cx="925100" cy="9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273788">
            <a:off x="4928973" y="3436900"/>
            <a:ext cx="671575" cy="6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273788">
            <a:off x="2247248" y="3310563"/>
            <a:ext cx="671575" cy="6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 title="stone2.png"/>
          <p:cNvPicPr preferRelativeResize="0"/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>
            <a:off x="367400" y="4426175"/>
            <a:ext cx="672850" cy="6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Stone1.png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7826399" y="4246775"/>
            <a:ext cx="852250" cy="8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algae2.png"/>
          <p:cNvPicPr preferRelativeResize="0"/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8280175" y="3548100"/>
            <a:ext cx="797700" cy="15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 title="algae1.png"/>
          <p:cNvPicPr preferRelativeResize="0"/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571575" y="3479350"/>
            <a:ext cx="939100" cy="18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1463250" y="118275"/>
            <a:ext cx="6217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Ubuntu"/>
                <a:ea typeface="Ubuntu"/>
                <a:cs typeface="Ubuntu"/>
                <a:sym typeface="Ubuntu"/>
              </a:rPr>
              <a:t>hello-WaTor</a:t>
            </a:r>
            <a:endParaRPr sz="4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742800" y="4593675"/>
            <a:ext cx="76584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Ubuntu"/>
                <a:ea typeface="Ubuntu"/>
                <a:cs typeface="Ubuntu"/>
                <a:sym typeface="Ubuntu"/>
              </a:rPr>
              <a:t>Цветомир Стайков - КН - 1MI0800469 - 3 курс - 2 група</a:t>
            </a:r>
            <a:endParaRPr sz="17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1040250" y="1418825"/>
            <a:ext cx="6582000" cy="14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Изисквания при изпълнение на реализацията:</a:t>
            </a:r>
            <a:endParaRPr b="1"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Модел - MPMD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Балансиране - Статично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Адаптиране към cache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1098750" y="3073600"/>
            <a:ext cx="6582000" cy="857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Допълнителни теми за разглеждане:</a:t>
            </a:r>
            <a:endParaRPr b="1"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Динамично централизирано балансиране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3" name="Google Shape;93;p16" title="shark-export.png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 rot="-324261">
            <a:off x="5454500" y="1895737"/>
            <a:ext cx="3065650" cy="153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stone2.png"/>
          <p:cNvPicPr preferRelativeResize="0"/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>
            <a:off x="367400" y="4426175"/>
            <a:ext cx="672850" cy="6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Stone1.png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7826399" y="4246775"/>
            <a:ext cx="852250" cy="8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algae2.png"/>
          <p:cNvPicPr preferRelativeResize="0"/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8280175" y="3548100"/>
            <a:ext cx="797700" cy="15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algae1.png"/>
          <p:cNvPicPr preferRelativeResize="0"/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571575" y="3479350"/>
            <a:ext cx="939100" cy="18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1463250" y="118275"/>
            <a:ext cx="6217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Ubuntu"/>
                <a:ea typeface="Ubuntu"/>
                <a:cs typeface="Ubuntu"/>
                <a:sym typeface="Ubuntu"/>
              </a:rPr>
              <a:t>hello-WaTor</a:t>
            </a:r>
            <a:endParaRPr sz="4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4E5F5"/>
            </a:gs>
            <a:gs pos="100000">
              <a:srgbClr val="70A4D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742800" y="4593675"/>
            <a:ext cx="76584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Ubuntu"/>
                <a:ea typeface="Ubuntu"/>
                <a:cs typeface="Ubuntu"/>
                <a:sym typeface="Ubuntu"/>
              </a:rPr>
              <a:t>Цветомир Стайков - КН - 1MI0800469 - 3 курс - 2 група</a:t>
            </a:r>
            <a:endParaRPr sz="17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1604425" y="1327263"/>
            <a:ext cx="65820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План за реализация:</a:t>
            </a:r>
            <a:endParaRPr b="1"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Проучване на темата - статии и проекти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Проектиране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Документиране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Тестване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Преработка на проекта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Анализ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</a:pPr>
            <a:r>
              <a:rPr lang="en" sz="1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Финално документиране</a:t>
            </a:r>
            <a:endParaRPr sz="18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5" name="Google Shape;105;p17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538549">
            <a:off x="7820523" y="3858825"/>
            <a:ext cx="671575" cy="6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7449548" y="1390025"/>
            <a:ext cx="671575" cy="6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Fish-export.png"/>
          <p:cNvPicPr preferRelativeResize="0"/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 rot="157846">
            <a:off x="6485323" y="2525488"/>
            <a:ext cx="671575" cy="6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stone2.png"/>
          <p:cNvPicPr preferRelativeResize="0"/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>
            <a:off x="367400" y="4426175"/>
            <a:ext cx="672850" cy="6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 title="Stone1.png"/>
          <p:cNvPicPr preferRelativeResize="0"/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>
            <a:off x="7826399" y="4246775"/>
            <a:ext cx="852250" cy="8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 title="algae2.png"/>
          <p:cNvPicPr preferRelativeResize="0"/>
          <p:nvPr/>
        </p:nvPicPr>
        <p:blipFill>
          <a:blip r:embed="rId6">
            <a:alphaModFix amt="15000"/>
          </a:blip>
          <a:stretch>
            <a:fillRect/>
          </a:stretch>
        </p:blipFill>
        <p:spPr>
          <a:xfrm>
            <a:off x="8280175" y="3548100"/>
            <a:ext cx="797700" cy="15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algae1.png"/>
          <p:cNvPicPr preferRelativeResize="0"/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571575" y="3479350"/>
            <a:ext cx="939100" cy="18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1463250" y="118275"/>
            <a:ext cx="6217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Ubuntu"/>
                <a:ea typeface="Ubuntu"/>
                <a:cs typeface="Ubuntu"/>
                <a:sym typeface="Ubuntu"/>
              </a:rPr>
              <a:t>hello-WaTor</a:t>
            </a:r>
            <a:endParaRPr sz="4000"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